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Нет стиля, нет сетки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3048000" y="3124200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048000" y="5003322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ая соединительная линия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Прямая соединительная линия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Прямоугольник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Овал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Овал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Овал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fld id="{F070A7B3-6521-4DCA-87E5-044747A908C1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8000" y="2895600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048000" y="5010150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ая соединительная линия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Прямая соединительная линия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Овал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Овал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Овал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Овал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Овал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Прямая соединительная линия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134690-1557-4C89-A502-4959FE7FAD70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7D4976-E339-4826-83B7-FBD03F55ECF8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fld id="{E1037C31-9E7A-4F99-8774-A0E530DE1A42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78504F-A551-4DE0-9316-4DCD1D8CC752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Содержимое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3" name="Нижний колонтитул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Прямая соединительная линия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Прямая соединительная линия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Дата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F9C37B-1D36-470B-8223-D6C91242EC14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C6F52A-A82B-47A2-A83A-8C4C91F2D59F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1_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160EA64-D806-43AC-9DF2-F8C432F32B4C}" type="datetimeFigureOut">
              <a:rPr lang="en-US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A7A6979-0714-4377-B894-6BE4C2D6E2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1_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070A7B3-6521-4DCA-87E5-044747A908C1}" type="datetimeFigureOut">
              <a:rPr lang="en-US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A7A6979-0714-4377-B894-6BE4C2D6E2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1_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160EA64-D806-43AC-9DF2-F8C432F32B4C}" type="datetimeFigureOut">
              <a:rPr lang="en-US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A7A6979-0714-4377-B894-6BE4C2D6E2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1_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134690-1557-4C89-A502-4959FE7FAD70}" type="datetimeFigureOut">
              <a:rPr lang="en-US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A7A6979-0714-4377-B894-6BE4C2D6E2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1_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7D4976-E339-4826-83B7-FBD03F55ECF8}" type="datetimeFigureOut">
              <a:rPr lang="en-US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A7A6979-0714-4377-B894-6BE4C2D6E2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1_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037C31-9E7A-4F99-8774-A0E530DE1A42}" type="datetimeFigureOut">
              <a:rPr lang="en-US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A7A6979-0714-4377-B894-6BE4C2D6E2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1_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278504F-A551-4DE0-9316-4DCD1D8CC752}" type="datetimeFigureOut">
              <a:rPr lang="en-US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A7A6979-0714-4377-B894-6BE4C2D6E2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1_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160EA64-D806-43AC-9DF2-F8C432F32B4C}" type="datetimeFigureOut">
              <a:rPr lang="en-US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A7A6979-0714-4377-B894-6BE4C2D6E2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1_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160EA64-D806-43AC-9DF2-F8C432F32B4C}" type="datetimeFigureOut">
              <a:rPr lang="en-US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A7A6979-0714-4377-B894-6BE4C2D6E2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1_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9F9C37B-1D36-470B-8223-D6C91242EC14}" type="datetimeFigureOut">
              <a:rPr lang="en-US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A7A6979-0714-4377-B894-6BE4C2D6E2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1_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7C6F52A-A82B-47A2-A83A-8C4C91F2D59F}" type="datetimeFigureOut">
              <a:rPr lang="en-US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A7A6979-0714-4377-B894-6BE4C2D6E2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ая соединительная линия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160EA64-D806-43AC-9DF2-F8C432F32B4C}" type="datetimeFigureOut">
              <a:rPr lang="en-US" smtClean="0"/>
              <a:pPr>
                <a:defRPr/>
              </a:pPr>
              <a:t>12/20/2025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A7A6979-0714-4377-B894-6BE4C2D6E2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49" r:id="rId12"/>
    <p:sldLayoutId id="2147483650" r:id="rId13"/>
    <p:sldLayoutId id="2147483651" r:id="rId14"/>
    <p:sldLayoutId id="2147483652" r:id="rId15"/>
    <p:sldLayoutId id="2147483653" r:id="rId16"/>
    <p:sldLayoutId id="2147483654" r:id="rId17"/>
    <p:sldLayoutId id="2147483655" r:id="rId18"/>
    <p:sldLayoutId id="2147483656" r:id="rId19"/>
    <p:sldLayoutId id="2147483657" r:id="rId20"/>
    <p:sldLayoutId id="2147483658" r:id="rId21"/>
    <p:sldLayoutId id="2147483659" r:id="rId2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5350621" y="5178957"/>
          <a:ext cx="5844208" cy="10154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7108"/>
                <a:gridCol w="2947100"/>
              </a:tblGrid>
              <a:tr h="1015499">
                <a:tc>
                  <a:txBody>
                    <a:bodyPr/>
                    <a:lstStyle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latin typeface="Arial Black"/>
                          <a:cs typeface="Times New Roman"/>
                        </a:rPr>
                        <a:t>Выполнил: </a:t>
                      </a:r>
                      <a:r>
                        <a:rPr lang="ru-RU" sz="1400" dirty="0" err="1" smtClean="0">
                          <a:solidFill>
                            <a:schemeClr val="tx1"/>
                          </a:solidFill>
                          <a:latin typeface="Arial Black"/>
                          <a:cs typeface="Times New Roman"/>
                        </a:rPr>
                        <a:t>Квашенников</a:t>
                      </a:r>
                      <a:r>
                        <a:rPr lang="ru-RU" sz="1400" baseline="0" dirty="0" smtClean="0">
                          <a:solidFill>
                            <a:schemeClr val="tx1"/>
                          </a:solidFill>
                          <a:latin typeface="Arial Black"/>
                          <a:cs typeface="Times New Roman"/>
                        </a:rPr>
                        <a:t> Илья Сергеевич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400" dirty="0">
                        <a:solidFill>
                          <a:schemeClr val="tx1"/>
                        </a:solidFill>
                        <a:latin typeface="Arial Black"/>
                        <a:cs typeface="Times New Roman"/>
                      </a:endParaRPr>
                    </a:p>
                    <a:p>
                      <a:pPr algn="ctr">
                        <a:defRPr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latin typeface="Arial Black"/>
                          <a:cs typeface="Times New Roman"/>
                        </a:rPr>
                        <a:t>Студент группы ИС-22А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 Black"/>
                          <a:cs typeface="Times New Roman"/>
                        </a:rPr>
                        <a:t>   </a:t>
                      </a:r>
                      <a:r>
                        <a:rPr lang="ru-RU" sz="1400" dirty="0">
                          <a:solidFill>
                            <a:schemeClr val="tx1"/>
                          </a:solidFill>
                          <a:latin typeface="Arial Black"/>
                          <a:cs typeface="Times New Roman"/>
                        </a:rPr>
                        <a:t>Руководитель: Фомичева Ольга Владиславовна</a:t>
                      </a: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Прямоугольник 17"/>
          <p:cNvSpPr/>
          <p:nvPr/>
        </p:nvSpPr>
        <p:spPr bwMode="auto">
          <a:xfrm>
            <a:off x="7023594" y="6054335"/>
            <a:ext cx="32960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340" marR="180340" algn="just">
              <a:spcBef>
                <a:spcPts val="600"/>
              </a:spcBef>
              <a:spcAft>
                <a:spcPts val="0"/>
              </a:spcAft>
              <a:defRPr/>
            </a:pPr>
            <a:r>
              <a:rPr lang="ru-RU" dirty="0">
                <a:latin typeface="Arial Black"/>
                <a:ea typeface="Times New Roman"/>
              </a:rPr>
              <a:t>Заволжье</a:t>
            </a:r>
            <a:r>
              <a:rPr lang="en-US" dirty="0">
                <a:latin typeface="Arial Black"/>
                <a:ea typeface="Times New Roman"/>
              </a:rPr>
              <a:t> </a:t>
            </a:r>
            <a:r>
              <a:rPr lang="ru-RU" dirty="0">
                <a:latin typeface="Arial Black"/>
                <a:ea typeface="Times New Roman"/>
              </a:rPr>
              <a:t>2025</a:t>
            </a:r>
            <a:endParaRPr dirty="0"/>
          </a:p>
        </p:txBody>
      </p:sp>
      <p:sp>
        <p:nvSpPr>
          <p:cNvPr id="20" name="Прямоугольник 19"/>
          <p:cNvSpPr/>
          <p:nvPr/>
        </p:nvSpPr>
        <p:spPr bwMode="auto">
          <a:xfrm>
            <a:off x="2397124" y="675634"/>
            <a:ext cx="7416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ru-RU" sz="2000" dirty="0">
                <a:latin typeface="Times New Roman"/>
                <a:ea typeface="Times New Roman"/>
              </a:rPr>
              <a:t>Министерство образования и науки Нижегородской области</a:t>
            </a:r>
            <a:endParaRPr lang="ru-RU" dirty="0">
              <a:latin typeface="Times New Roman"/>
              <a:ea typeface="Times New Roman"/>
            </a:endParaRPr>
          </a:p>
          <a:p>
            <a:pPr algn="ctr">
              <a:spcAft>
                <a:spcPts val="0"/>
              </a:spcAft>
              <a:defRPr/>
            </a:pPr>
            <a:r>
              <a:rPr lang="ru-RU" sz="2000" dirty="0">
                <a:latin typeface="Times New Roman"/>
                <a:ea typeface="Times New Roman"/>
              </a:rPr>
              <a:t>Государственное бюджетное профессиональное </a:t>
            </a:r>
            <a:br>
              <a:rPr lang="ru-RU" sz="2000" dirty="0">
                <a:latin typeface="Times New Roman"/>
                <a:ea typeface="Times New Roman"/>
              </a:rPr>
            </a:br>
            <a:r>
              <a:rPr lang="ru-RU" sz="2000" dirty="0">
                <a:latin typeface="Times New Roman"/>
                <a:ea typeface="Times New Roman"/>
              </a:rPr>
              <a:t>образовательное учреждение</a:t>
            </a:r>
            <a:endParaRPr lang="ru-RU" dirty="0">
              <a:latin typeface="Times New Roman"/>
              <a:ea typeface="Times New Roman"/>
            </a:endParaRPr>
          </a:p>
          <a:p>
            <a:pPr algn="ctr">
              <a:spcAft>
                <a:spcPts val="0"/>
              </a:spcAft>
              <a:defRPr/>
            </a:pPr>
            <a:r>
              <a:rPr lang="ru-RU" sz="2000" dirty="0">
                <a:latin typeface="Times New Roman"/>
                <a:ea typeface="Times New Roman"/>
              </a:rPr>
              <a:t> «Заволжский автомоторный техникум»</a:t>
            </a:r>
            <a:endParaRPr lang="ru-RU" dirty="0">
              <a:latin typeface="Times New Roman"/>
              <a:ea typeface="Times New Roman"/>
            </a:endParaRPr>
          </a:p>
          <a:p>
            <a:pPr algn="ctr">
              <a:spcAft>
                <a:spcPts val="0"/>
              </a:spcAft>
              <a:defRPr/>
            </a:pPr>
            <a:r>
              <a:rPr lang="ru-RU" sz="2000" dirty="0">
                <a:latin typeface="Times New Roman"/>
                <a:ea typeface="Times New Roman"/>
              </a:rPr>
              <a:t>(ГБПОУ ЗАМТ)</a:t>
            </a: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7" name="Заголовок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Практика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w="http://schemas.openxmlformats.org/wordprocessingml/2006/main" xmlns:m="http://schemas.openxmlformats.org/officeDocument/2006/math" xmlns="" Requires="p14">
      <p:transition spd="med" p14:dur="700" advClick="1">
        <p:fade thruBlk="0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 bwMode="auto">
          <a:xfrm>
            <a:off x="-1" y="240060"/>
            <a:ext cx="95515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3600" dirty="0">
                <a:latin typeface="Arial Black"/>
              </a:rPr>
              <a:t>Диаграмма вариантов использования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931134" y="1643612"/>
            <a:ext cx="4974328" cy="49743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:w="http://schemas.openxmlformats.org/wordprocessingml/2006/main" xmlns:m="http://schemas.openxmlformats.org/officeDocument/2006/math" xmlns="" Requires="p14">
      <p:transition spd="med" p14:dur="700" advClick="1">
        <p:fade thruBlk="0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 bwMode="auto">
          <a:xfrm>
            <a:off x="1987643" y="570961"/>
            <a:ext cx="9551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ru-RU" sz="2400" b="0" i="0" dirty="0">
                <a:latin typeface="Arial Black"/>
              </a:rPr>
              <a:t>АРХИТЕКТУРНЫЕ РЕШЕНИЯ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 bwMode="auto">
          <a:xfrm>
            <a:off x="1086037" y="2726697"/>
            <a:ext cx="905187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ru-RU" sz="2000" dirty="0">
                <a:latin typeface="Arial Black"/>
              </a:rPr>
              <a:t>Использована современная </a:t>
            </a:r>
            <a:r>
              <a:rPr lang="ru-RU" sz="2000" dirty="0" smtClean="0">
                <a:latin typeface="Arial Black"/>
              </a:rPr>
              <a:t> </a:t>
            </a:r>
            <a:r>
              <a:rPr lang="ru-RU" sz="2000" dirty="0">
                <a:latin typeface="Arial Black"/>
              </a:rPr>
              <a:t>архитектура:</a:t>
            </a:r>
            <a:endParaRPr dirty="0"/>
          </a:p>
          <a:p>
            <a:pPr algn="just">
              <a:defRPr/>
            </a:pPr>
            <a:endParaRPr lang="ru-RU" sz="2000" dirty="0">
              <a:latin typeface="Arial Black"/>
            </a:endParaRPr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 Одна </a:t>
            </a:r>
            <a:r>
              <a:rPr lang="ru-RU" sz="2000" dirty="0" err="1">
                <a:latin typeface="Arial Black"/>
              </a:rPr>
              <a:t>MainActivity</a:t>
            </a:r>
            <a:r>
              <a:rPr lang="ru-RU" sz="2000" dirty="0">
                <a:latin typeface="Arial Black"/>
              </a:rPr>
              <a:t> содержит все экраны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 Переключение экранов через </a:t>
            </a:r>
            <a:r>
              <a:rPr lang="ru-RU" sz="2000" dirty="0" err="1">
                <a:latin typeface="Arial Black"/>
              </a:rPr>
              <a:t>Navigation</a:t>
            </a:r>
            <a:r>
              <a:rPr lang="ru-RU" sz="2000" dirty="0">
                <a:latin typeface="Arial Black"/>
              </a:rPr>
              <a:t> </a:t>
            </a:r>
            <a:r>
              <a:rPr lang="ru-RU" sz="2000" dirty="0" err="1">
                <a:latin typeface="Arial Black"/>
              </a:rPr>
              <a:t>Compose</a:t>
            </a:r>
            <a:endParaRPr lang="ru-RU" sz="2000" dirty="0">
              <a:latin typeface="Arial Black"/>
            </a:endParaRPr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 Паттерн MVVM для разделения логики и интерфейса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 </a:t>
            </a:r>
            <a:r>
              <a:rPr lang="ru-RU" sz="2000" dirty="0" err="1">
                <a:latin typeface="Arial Black"/>
              </a:rPr>
              <a:t>ViewModel</a:t>
            </a:r>
            <a:r>
              <a:rPr lang="ru-RU" sz="2000" dirty="0">
                <a:latin typeface="Arial Black"/>
              </a:rPr>
              <a:t> управляет состоянием каждого экрана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 Автоматическое обновление интерфейса при изменении данных</a:t>
            </a:r>
            <a:endParaRPr dirty="0"/>
          </a:p>
          <a:p>
            <a:pPr algn="just">
              <a:defRPr/>
            </a:pPr>
            <a:endParaRPr lang="ru-RU" sz="2000" dirty="0">
              <a:latin typeface="Arial Black"/>
            </a:endParaRPr>
          </a:p>
          <a:p>
            <a:pPr algn="just">
              <a:defRPr/>
            </a:pPr>
            <a:r>
              <a:rPr lang="ru-RU" sz="2000" dirty="0">
                <a:latin typeface="Arial Black"/>
              </a:rPr>
              <a:t>Преимущества: простота, производительность, соответствие рекомендациям </a:t>
            </a:r>
            <a:r>
              <a:rPr lang="ru-RU" sz="2000" dirty="0" err="1">
                <a:latin typeface="Arial Black"/>
              </a:rPr>
              <a:t>Google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w="http://schemas.openxmlformats.org/wordprocessingml/2006/main" xmlns:m="http://schemas.openxmlformats.org/officeDocument/2006/math" xmlns="" Requires="p14">
      <p:transition spd="med" p14:dur="700" advClick="1">
        <p:fade thruBlk="0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 bwMode="auto">
          <a:xfrm>
            <a:off x="62947" y="478628"/>
            <a:ext cx="95515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3600" dirty="0">
                <a:latin typeface="Arial Black"/>
              </a:rPr>
              <a:t>Программные модули (Экраны)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84381" y="6122504"/>
            <a:ext cx="1884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dirty="0" err="1"/>
              <a:t>OnBoard</a:t>
            </a:r>
            <a:endParaRPr lang="ru-RU" sz="2400" dirty="0"/>
          </a:p>
        </p:txBody>
      </p:sp>
      <p:sp>
        <p:nvSpPr>
          <p:cNvPr id="17" name="TextBox 16"/>
          <p:cNvSpPr txBox="1"/>
          <p:nvPr/>
        </p:nvSpPr>
        <p:spPr bwMode="auto">
          <a:xfrm>
            <a:off x="2482674" y="6118649"/>
            <a:ext cx="1884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dirty="0"/>
              <a:t>Reg. Account</a:t>
            </a:r>
            <a:endParaRPr lang="ru-RU" sz="2400" dirty="0"/>
          </a:p>
        </p:txBody>
      </p:sp>
      <p:sp>
        <p:nvSpPr>
          <p:cNvPr id="18" name="TextBox 17"/>
          <p:cNvSpPr txBox="1"/>
          <p:nvPr/>
        </p:nvSpPr>
        <p:spPr bwMode="auto">
          <a:xfrm>
            <a:off x="4709327" y="6118649"/>
            <a:ext cx="1884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dirty="0"/>
              <a:t>Sign In</a:t>
            </a:r>
            <a:endParaRPr lang="ru-RU" sz="2400" dirty="0"/>
          </a:p>
        </p:txBody>
      </p:sp>
      <p:sp>
        <p:nvSpPr>
          <p:cNvPr id="19" name="TextBox 18"/>
          <p:cNvSpPr txBox="1"/>
          <p:nvPr/>
        </p:nvSpPr>
        <p:spPr bwMode="auto">
          <a:xfrm>
            <a:off x="6935980" y="6118648"/>
            <a:ext cx="1884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dirty="0"/>
              <a:t>Home</a:t>
            </a:r>
            <a:endParaRPr lang="ru-RU" sz="2400" dirty="0"/>
          </a:p>
        </p:txBody>
      </p:sp>
      <p:sp>
        <p:nvSpPr>
          <p:cNvPr id="20" name="TextBox 19"/>
          <p:cNvSpPr txBox="1"/>
          <p:nvPr/>
        </p:nvSpPr>
        <p:spPr bwMode="auto">
          <a:xfrm>
            <a:off x="9134273" y="6071564"/>
            <a:ext cx="1884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dirty="0"/>
              <a:t>Category</a:t>
            </a:r>
            <a:endParaRPr lang="ru-R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1386" y="1859435"/>
            <a:ext cx="1830711" cy="404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79829" y="1837426"/>
            <a:ext cx="1802125" cy="4080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05178" y="1854679"/>
            <a:ext cx="1880558" cy="4037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21819" y="1828800"/>
            <a:ext cx="1947490" cy="4114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192094" y="1811546"/>
            <a:ext cx="1811432" cy="4157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:w="http://schemas.openxmlformats.org/wordprocessingml/2006/main" xmlns:m="http://schemas.openxmlformats.org/officeDocument/2006/math" xmlns="" Requires="p14">
      <p:transition spd="med" p14:dur="700" advClick="1">
        <p:fade thruBlk="0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 bwMode="auto">
          <a:xfrm>
            <a:off x="2421362" y="570961"/>
            <a:ext cx="6112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ru-RU" sz="2400" b="0" i="0" dirty="0">
                <a:latin typeface="Arial Black"/>
              </a:rPr>
              <a:t>ИСПОЛЬЗУЕМЫЕ БИБЛИОТЕКИ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 bwMode="auto">
          <a:xfrm>
            <a:off x="1207973" y="2726697"/>
            <a:ext cx="8539391" cy="3170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000" dirty="0">
                <a:latin typeface="Arial Black"/>
              </a:rPr>
              <a:t>Основной технологический стек:</a:t>
            </a:r>
            <a:endParaRPr dirty="0"/>
          </a:p>
          <a:p>
            <a:pPr algn="just">
              <a:defRPr/>
            </a:pPr>
            <a:endParaRPr lang="ru-RU" sz="2000" dirty="0">
              <a:latin typeface="Arial Black"/>
            </a:endParaRPr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</a:t>
            </a:r>
            <a:r>
              <a:rPr lang="en-US" sz="2000" dirty="0">
                <a:latin typeface="Arial Black"/>
              </a:rPr>
              <a:t>Jetpack Compose 2024.09.00 (</a:t>
            </a:r>
            <a:r>
              <a:rPr lang="ru-RU" sz="2000" dirty="0">
                <a:latin typeface="Arial Black"/>
              </a:rPr>
              <a:t>современный интерфейс)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</a:t>
            </a:r>
            <a:r>
              <a:rPr lang="en-US" sz="2000" dirty="0">
                <a:latin typeface="Arial Black"/>
              </a:rPr>
              <a:t>Navigation Compose 2.9.5 (</a:t>
            </a:r>
            <a:r>
              <a:rPr lang="ru-RU" sz="2000" dirty="0">
                <a:latin typeface="Arial Black"/>
              </a:rPr>
              <a:t>переключение экранов)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</a:t>
            </a:r>
            <a:r>
              <a:rPr lang="en-US" sz="2000" dirty="0">
                <a:latin typeface="Arial Black"/>
              </a:rPr>
              <a:t>Material Design 3 (</a:t>
            </a:r>
            <a:r>
              <a:rPr lang="ru-RU" sz="2000" dirty="0">
                <a:latin typeface="Arial Black"/>
              </a:rPr>
              <a:t>готовые компоненты)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</a:t>
            </a:r>
            <a:r>
              <a:rPr lang="en-US" sz="2000" dirty="0">
                <a:latin typeface="Arial Black"/>
              </a:rPr>
              <a:t>Lifecycle Runtime KTX (</a:t>
            </a:r>
            <a:r>
              <a:rPr lang="ru-RU" sz="2000" dirty="0">
                <a:latin typeface="Arial Black"/>
              </a:rPr>
              <a:t>управление жизненным циклом)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</a:t>
            </a:r>
            <a:r>
              <a:rPr lang="en-US" sz="2000" dirty="0">
                <a:latin typeface="Arial Black"/>
              </a:rPr>
              <a:t>Activity Compose (</a:t>
            </a:r>
            <a:r>
              <a:rPr lang="ru-RU" sz="2000" dirty="0">
                <a:latin typeface="Arial Black"/>
              </a:rPr>
              <a:t>интеграция с </a:t>
            </a:r>
            <a:r>
              <a:rPr lang="en-US" sz="2000" dirty="0">
                <a:latin typeface="Arial Black"/>
              </a:rPr>
              <a:t>Activity)</a:t>
            </a:r>
            <a:endParaRPr dirty="0"/>
          </a:p>
          <a:p>
            <a:pPr algn="just">
              <a:defRPr/>
            </a:pPr>
            <a:r>
              <a:rPr lang="en-US" sz="2000" dirty="0">
                <a:latin typeface="Arial Black"/>
              </a:rPr>
              <a:t>•Retrofit 3.0.0 (</a:t>
            </a:r>
            <a:r>
              <a:rPr lang="ru-RU" sz="2000" dirty="0">
                <a:latin typeface="Arial Black"/>
              </a:rPr>
              <a:t>готовность к серверу)</a:t>
            </a:r>
            <a:endParaRPr dirty="0"/>
          </a:p>
          <a:p>
            <a:pPr algn="just">
              <a:defRPr/>
            </a:pPr>
            <a:endParaRPr lang="ru-RU" sz="2000" dirty="0">
              <a:latin typeface="Arial Black"/>
            </a:endParaRPr>
          </a:p>
          <a:p>
            <a:pPr algn="just">
              <a:defRPr/>
            </a:pPr>
            <a:r>
              <a:rPr lang="ru-RU" sz="2000" dirty="0">
                <a:latin typeface="Arial Black"/>
              </a:rPr>
              <a:t>Версия </a:t>
            </a:r>
            <a:r>
              <a:rPr lang="en-US" sz="2000" dirty="0" err="1">
                <a:latin typeface="Arial Black"/>
              </a:rPr>
              <a:t>Kotlin</a:t>
            </a:r>
            <a:r>
              <a:rPr lang="en-US" sz="2000" dirty="0">
                <a:latin typeface="Arial Black"/>
              </a:rPr>
              <a:t>: 2.0.21, AGP: 8.13.2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w="http://schemas.openxmlformats.org/wordprocessingml/2006/main" xmlns:m="http://schemas.openxmlformats.org/officeDocument/2006/math" xmlns="" Requires="p14">
      <p:transition spd="med" p14:dur="700" advClick="1">
        <p:fade thruBlk="0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 bwMode="auto">
          <a:xfrm>
            <a:off x="2443131" y="570961"/>
            <a:ext cx="5003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ru-RU" sz="2400" b="0" i="0" dirty="0">
                <a:latin typeface="Arial Black"/>
              </a:rPr>
              <a:t>ЧТО НЕ ИСПОЛЬЗОВАЛОСЬ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 bwMode="auto">
          <a:xfrm>
            <a:off x="1207973" y="2756515"/>
            <a:ext cx="8539391" cy="3170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000" dirty="0">
                <a:latin typeface="Arial Black"/>
              </a:rPr>
              <a:t>Отказ от сложных библиотек:</a:t>
            </a:r>
            <a:endParaRPr dirty="0"/>
          </a:p>
          <a:p>
            <a:pPr algn="ctr">
              <a:defRPr/>
            </a:pPr>
            <a:endParaRPr lang="ru-RU" sz="2000" dirty="0">
              <a:latin typeface="Arial Black"/>
            </a:endParaRPr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 </a:t>
            </a:r>
            <a:r>
              <a:rPr lang="ru-RU" sz="2000" dirty="0" err="1">
                <a:latin typeface="Arial Black"/>
              </a:rPr>
              <a:t>Hilt</a:t>
            </a:r>
            <a:r>
              <a:rPr lang="ru-RU" sz="2000" dirty="0">
                <a:latin typeface="Arial Black"/>
              </a:rPr>
              <a:t>/</a:t>
            </a:r>
            <a:r>
              <a:rPr lang="ru-RU" sz="2000" dirty="0" err="1">
                <a:latin typeface="Arial Black"/>
              </a:rPr>
              <a:t>Dagger</a:t>
            </a:r>
            <a:r>
              <a:rPr lang="ru-RU" sz="2000" dirty="0">
                <a:latin typeface="Arial Black"/>
              </a:rPr>
              <a:t> - проект небольшого размера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 </a:t>
            </a:r>
            <a:r>
              <a:rPr lang="ru-RU" sz="2000" dirty="0" err="1">
                <a:latin typeface="Arial Black"/>
              </a:rPr>
              <a:t>Room</a:t>
            </a:r>
            <a:r>
              <a:rPr lang="ru-RU" sz="2000" dirty="0">
                <a:latin typeface="Arial Black"/>
              </a:rPr>
              <a:t> </a:t>
            </a:r>
            <a:r>
              <a:rPr lang="ru-RU" sz="2000" dirty="0" err="1">
                <a:latin typeface="Arial Black"/>
              </a:rPr>
              <a:t>Database</a:t>
            </a:r>
            <a:r>
              <a:rPr lang="ru-RU" sz="2000" dirty="0">
                <a:latin typeface="Arial Black"/>
              </a:rPr>
              <a:t> - используются демонстрационные данные  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 </a:t>
            </a:r>
            <a:r>
              <a:rPr lang="ru-RU" sz="2000" dirty="0" err="1">
                <a:latin typeface="Arial Black"/>
              </a:rPr>
              <a:t>Paging</a:t>
            </a:r>
            <a:r>
              <a:rPr lang="ru-RU" sz="2000" dirty="0">
                <a:latin typeface="Arial Black"/>
              </a:rPr>
              <a:t> 3 - короткие списки товаров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 </a:t>
            </a:r>
            <a:r>
              <a:rPr lang="ru-RU" sz="2000" dirty="0" err="1">
                <a:latin typeface="Arial Black"/>
              </a:rPr>
              <a:t>WorkManager</a:t>
            </a:r>
            <a:r>
              <a:rPr lang="ru-RU" sz="2000" dirty="0">
                <a:latin typeface="Arial Black"/>
              </a:rPr>
              <a:t> - нет фоновых задач</a:t>
            </a:r>
            <a:endParaRPr dirty="0"/>
          </a:p>
          <a:p>
            <a:pPr algn="just">
              <a:defRPr/>
            </a:pPr>
            <a:r>
              <a:rPr lang="ru-RU" sz="2000" dirty="0">
                <a:latin typeface="Arial Black"/>
              </a:rPr>
              <a:t>• </a:t>
            </a:r>
            <a:r>
              <a:rPr lang="ru-RU" sz="2000" dirty="0" err="1">
                <a:latin typeface="Arial Black"/>
              </a:rPr>
              <a:t>Clean</a:t>
            </a:r>
            <a:r>
              <a:rPr lang="ru-RU" sz="2000" dirty="0">
                <a:latin typeface="Arial Black"/>
              </a:rPr>
              <a:t> </a:t>
            </a:r>
            <a:r>
              <a:rPr lang="ru-RU" sz="2000" dirty="0" err="1">
                <a:latin typeface="Arial Black"/>
              </a:rPr>
              <a:t>Architecture</a:t>
            </a:r>
            <a:r>
              <a:rPr lang="ru-RU" sz="2000" dirty="0">
                <a:latin typeface="Arial Black"/>
              </a:rPr>
              <a:t> - достаточно MVVM</a:t>
            </a:r>
            <a:endParaRPr dirty="0"/>
          </a:p>
          <a:p>
            <a:pPr algn="just">
              <a:defRPr/>
            </a:pPr>
            <a:endParaRPr lang="ru-RU" sz="2000" dirty="0">
              <a:latin typeface="Arial Black"/>
            </a:endParaRPr>
          </a:p>
          <a:p>
            <a:pPr algn="just">
              <a:defRPr/>
            </a:pPr>
            <a:r>
              <a:rPr lang="ru-RU" sz="2000" dirty="0">
                <a:latin typeface="Arial Black"/>
              </a:rPr>
              <a:t>Выбор обоснован размером и задачами проекта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w="http://schemas.openxmlformats.org/wordprocessingml/2006/main" xmlns:m="http://schemas.openxmlformats.org/officeDocument/2006/math" xmlns="" Requires="p14">
      <p:transition spd="med" p14:dur="700" advClick="1">
        <p:fade thruBlk="0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 bwMode="auto">
          <a:xfrm>
            <a:off x="3606955" y="570961"/>
            <a:ext cx="2675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ru-RU" sz="2400" b="0" i="0" dirty="0">
                <a:latin typeface="Arial Black"/>
              </a:rPr>
              <a:t>ЗАКЛЮЧЕНИЕ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 bwMode="auto">
          <a:xfrm>
            <a:off x="1151281" y="2267926"/>
            <a:ext cx="88469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ru-RU" dirty="0">
                <a:latin typeface="Arial Black"/>
              </a:rPr>
              <a:t>Разработано полнофункциональное мобильное приложение магазина обуви </a:t>
            </a:r>
            <a:r>
              <a:rPr lang="ru-RU" dirty="0" err="1">
                <a:latin typeface="Arial Black"/>
              </a:rPr>
              <a:t>ShoeStore</a:t>
            </a:r>
            <a:r>
              <a:rPr lang="ru-RU" dirty="0">
                <a:latin typeface="Arial Black"/>
              </a:rPr>
              <a:t>:</a:t>
            </a:r>
            <a:endParaRPr dirty="0"/>
          </a:p>
          <a:p>
            <a:pPr algn="just">
              <a:defRPr/>
            </a:pPr>
            <a:endParaRPr lang="ru-RU" dirty="0">
              <a:latin typeface="Arial Black"/>
            </a:endParaRPr>
          </a:p>
          <a:p>
            <a:pPr algn="just">
              <a:defRPr/>
            </a:pPr>
            <a:r>
              <a:rPr lang="ru-RU" dirty="0">
                <a:latin typeface="Arial Black"/>
              </a:rPr>
              <a:t>✓ 13 экранов полностью реализованы и протестированы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/>
              </a:rPr>
              <a:t>✓ Современная </a:t>
            </a:r>
            <a:r>
              <a:rPr lang="ru-RU" dirty="0" err="1">
                <a:latin typeface="Arial Black"/>
              </a:rPr>
              <a:t>одноактивитная</a:t>
            </a:r>
            <a:r>
              <a:rPr lang="ru-RU" dirty="0">
                <a:latin typeface="Arial Black"/>
              </a:rPr>
              <a:t> архитектура MVVM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/>
              </a:rPr>
              <a:t>✓ Полная система авторизации и восстановления пароля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/>
              </a:rPr>
              <a:t>✓ Удобная навигация (</a:t>
            </a:r>
            <a:r>
              <a:rPr lang="ru-RU" dirty="0" err="1">
                <a:latin typeface="Arial Black"/>
              </a:rPr>
              <a:t>Bottom</a:t>
            </a:r>
            <a:r>
              <a:rPr lang="ru-RU" dirty="0">
                <a:latin typeface="Arial Black"/>
              </a:rPr>
              <a:t> </a:t>
            </a:r>
            <a:r>
              <a:rPr lang="ru-RU" dirty="0" err="1">
                <a:latin typeface="Arial Black"/>
              </a:rPr>
              <a:t>Navigation</a:t>
            </a:r>
            <a:r>
              <a:rPr lang="ru-RU" dirty="0">
                <a:latin typeface="Arial Black"/>
              </a:rPr>
              <a:t> + глубокие маршруты)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/>
              </a:rPr>
              <a:t>✓ Каталог товаров, избранное, профиль пользователя</a:t>
            </a:r>
            <a:endParaRPr dirty="0"/>
          </a:p>
          <a:p>
            <a:pPr algn="just">
              <a:defRPr/>
            </a:pPr>
            <a:endParaRPr lang="ru-RU" dirty="0">
              <a:latin typeface="Arial Black"/>
            </a:endParaRPr>
          </a:p>
          <a:p>
            <a:pPr algn="ctr">
              <a:defRPr/>
            </a:pPr>
            <a:r>
              <a:rPr lang="ru-RU" dirty="0">
                <a:latin typeface="Arial Black"/>
              </a:rPr>
              <a:t> ТЕХНИЧЕСКИЕ ХАРАКТЕРИСТИКИ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/>
              </a:rPr>
              <a:t>• </a:t>
            </a:r>
            <a:r>
              <a:rPr lang="ru-RU" dirty="0" err="1">
                <a:latin typeface="Arial Black"/>
              </a:rPr>
              <a:t>Jetpack</a:t>
            </a:r>
            <a:r>
              <a:rPr lang="ru-RU" dirty="0">
                <a:latin typeface="Arial Black"/>
              </a:rPr>
              <a:t> </a:t>
            </a:r>
            <a:r>
              <a:rPr lang="ru-RU" dirty="0" err="1">
                <a:latin typeface="Arial Black"/>
              </a:rPr>
              <a:t>Compose</a:t>
            </a:r>
            <a:r>
              <a:rPr lang="ru-RU" dirty="0">
                <a:latin typeface="Arial Black"/>
              </a:rPr>
              <a:t> 2024.09.00 (</a:t>
            </a:r>
            <a:r>
              <a:rPr lang="ru-RU" dirty="0" err="1">
                <a:latin typeface="Arial Black"/>
              </a:rPr>
              <a:t>Material</a:t>
            </a:r>
            <a:r>
              <a:rPr lang="ru-RU" dirty="0">
                <a:latin typeface="Arial Black"/>
              </a:rPr>
              <a:t> </a:t>
            </a:r>
            <a:r>
              <a:rPr lang="ru-RU" dirty="0" err="1">
                <a:latin typeface="Arial Black"/>
              </a:rPr>
              <a:t>Design</a:t>
            </a:r>
            <a:r>
              <a:rPr lang="ru-RU" dirty="0">
                <a:latin typeface="Arial Black"/>
              </a:rPr>
              <a:t> 3)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/>
              </a:rPr>
              <a:t>• </a:t>
            </a:r>
            <a:r>
              <a:rPr lang="ru-RU" dirty="0" err="1">
                <a:latin typeface="Arial Black"/>
              </a:rPr>
              <a:t>Kotlin</a:t>
            </a:r>
            <a:r>
              <a:rPr lang="ru-RU" dirty="0">
                <a:latin typeface="Arial Black"/>
              </a:rPr>
              <a:t> 2.0.21, AGP 8.13.2</a:t>
            </a:r>
            <a:endParaRPr dirty="0"/>
          </a:p>
          <a:p>
            <a:pPr algn="just">
              <a:defRPr/>
            </a:pPr>
            <a:r>
              <a:rPr lang="ru-RU" dirty="0">
                <a:latin typeface="Arial Black"/>
              </a:rPr>
              <a:t>• Готовность к интеграции с сервером (</a:t>
            </a:r>
            <a:r>
              <a:rPr lang="ru-RU" dirty="0" err="1">
                <a:latin typeface="Arial Black"/>
              </a:rPr>
              <a:t>Retrofit</a:t>
            </a:r>
            <a:r>
              <a:rPr lang="ru-RU" dirty="0">
                <a:latin typeface="Arial Black"/>
              </a:rPr>
              <a:t> 3.0.0)</a:t>
            </a:r>
            <a:endParaRPr dirty="0"/>
          </a:p>
          <a:p>
            <a:pPr algn="just">
              <a:defRPr/>
            </a:pPr>
            <a:endParaRPr lang="ru-RU" dirty="0">
              <a:latin typeface="Arial Black"/>
            </a:endParaRPr>
          </a:p>
          <a:p>
            <a:pPr algn="just">
              <a:defRPr/>
            </a:pPr>
            <a:r>
              <a:rPr lang="ru-RU" dirty="0">
                <a:latin typeface="Arial Black"/>
              </a:rPr>
              <a:t>ПРИЛОЖЕНИЕ ГОТОВО К ИСПОЛЬЗОВАНИЮ И РАСШИРЕНИЮ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w="http://schemas.openxmlformats.org/wordprocessingml/2006/main" xmlns:m="http://schemas.openxmlformats.org/officeDocument/2006/math" xmlns="" Requires="p14">
      <p:transition spd="med" p14:dur="700" advClick="1">
        <p:fade thruBlk="0"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Эркер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Эркер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Эркер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74</TotalTime>
  <Words>279</Words>
  <Application>Microsoft Office PowerPoint</Application>
  <DocSecurity>0</DocSecurity>
  <PresentationFormat>Произвольный</PresentationFormat>
  <Paragraphs>63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Эркер</vt:lpstr>
      <vt:lpstr>Практика</vt:lpstr>
      <vt:lpstr>Слайд 2</vt:lpstr>
      <vt:lpstr>Слайд 3</vt:lpstr>
      <vt:lpstr>Слайд 4</vt:lpstr>
      <vt:lpstr>Слайд 5</vt:lpstr>
      <vt:lpstr>Слайд 6</vt:lpstr>
      <vt:lpstr>Слайд 7</vt:lpstr>
    </vt:vector>
  </TitlesOfParts>
  <Company>SPecialiST RePack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android242</cp:lastModifiedBy>
  <cp:revision>81</cp:revision>
  <dcterms:created xsi:type="dcterms:W3CDTF">2022-06-15T10:15:27Z</dcterms:created>
  <dcterms:modified xsi:type="dcterms:W3CDTF">2025-12-20T08:28:59Z</dcterms:modified>
  <dc:identifier/>
  <cp:contentStatus/>
  <dc:language/>
  <cp:version/>
</cp:coreProperties>
</file>